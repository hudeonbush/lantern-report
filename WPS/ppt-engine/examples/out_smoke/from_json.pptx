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国家重大需求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像素答辩</a:t>
            </a:r>
            <a:endParaRPr lang="zh-CN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3200" y="762000"/>
            <a:ext cx="11785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900" b="1">
                <a:solidFill>
                  <a:srgbClr val="C01818"/>
                </a:solidFill>
                <a:latin typeface="微软雅黑" panose="020B0503020204020204" charset="-122"/>
                <a:ea typeface="微软雅黑" panose="020B0503020204020204" charset="-122"/>
              </a:rPr>
              <a:t>消化道恶性肿瘤疾病负担持续加重，治疗抵抗已成为肿瘤医学前沿重大科学命题</a:t>
            </a:r>
            <a:endParaRPr lang="zh-CN" altLang="en-US" sz="1900" b="1">
              <a:solidFill>
                <a:srgbClr val="C018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3200" y="1219200"/>
            <a:ext cx="11785600" cy="1041400"/>
          </a:xfrm>
          <a:prstGeom prst="rect">
            <a:avLst/>
          </a:prstGeom>
          <a:solidFill>
            <a:srgbClr val="F3F5F8"/>
          </a:solidFill>
          <a:ln w="11430">
            <a:solidFill>
              <a:srgbClr val="D2D9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81000" y="1339850"/>
            <a:ext cx="279400" cy="279400"/>
          </a:xfrm>
          <a:prstGeom prst="ellipse">
            <a:avLst/>
          </a:prstGeom>
          <a:solidFill>
            <a:srgbClr val="467A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81000" y="133985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" y="1365250"/>
            <a:ext cx="228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3C70B6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lang="zh-CN" altLang="en-US" sz="1100">
              <a:solidFill>
                <a:srgbClr val="3C70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1400" y="1270000"/>
            <a:ext cx="107442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肿瘤代谢重编程与免疫微环境之间存在复杂双向调控，其驱动恶性演进的因果链条尚未阐明</a:t>
            </a:r>
            <a:endParaRPr lang="zh-CN" altLang="en-US" sz="14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81000" y="1860550"/>
            <a:ext cx="279400" cy="279400"/>
          </a:xfrm>
          <a:prstGeom prst="ellipse">
            <a:avLst/>
          </a:prstGeom>
          <a:solidFill>
            <a:srgbClr val="467AB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81000" y="186055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2000" y="1885950"/>
            <a:ext cx="228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100">
                <a:solidFill>
                  <a:srgbClr val="3C70B6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lang="zh-CN" altLang="en-US" sz="1100">
              <a:solidFill>
                <a:srgbClr val="3C70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1400" y="1790700"/>
            <a:ext cx="107442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4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决定免疫细胞耗竭、肿瘤克隆选择及治疗抵抗的关键代谢节点尚缺乏系统解析</a:t>
            </a:r>
            <a:endParaRPr lang="zh-CN" altLang="en-US" sz="14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 descr="bar_bl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362200"/>
            <a:ext cx="3810000" cy="4064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03200" y="23622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高发高致死疾病负担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图片 20" descr="bar_te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362200"/>
            <a:ext cx="3683000" cy="4064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191000" y="2362200"/>
            <a:ext cx="3683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免疫治疗获益受限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图片 22" descr="bar_d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800" y="2362200"/>
            <a:ext cx="3937000" cy="4064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051800" y="2362200"/>
            <a:ext cx="393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肿瘤异质性与演进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图片 24" descr="fig_pap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048000"/>
            <a:ext cx="3327400" cy="1816100"/>
          </a:xfrm>
          <a:prstGeom prst="rect">
            <a:avLst/>
          </a:prstGeom>
        </p:spPr>
      </p:pic>
      <p:pic>
        <p:nvPicPr>
          <p:cNvPr id="26" name="图片 25" descr="fig_we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2933700"/>
            <a:ext cx="3581400" cy="2044700"/>
          </a:xfrm>
          <a:prstGeom prst="rect">
            <a:avLst/>
          </a:prstGeom>
        </p:spPr>
      </p:pic>
      <p:sp>
        <p:nvSpPr>
          <p:cNvPr id="27" name="圆角矩形 26"/>
          <p:cNvSpPr/>
          <p:nvPr/>
        </p:nvSpPr>
        <p:spPr>
          <a:xfrm>
            <a:off x="3632200" y="2997200"/>
            <a:ext cx="685800" cy="330200"/>
          </a:xfrm>
          <a:prstGeom prst="roundRect">
            <a:avLst/>
          </a:prstGeom>
          <a:solidFill>
            <a:srgbClr val="C0181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632200" y="2997200"/>
            <a:ext cx="6858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治疗抵抗</a:t>
            </a:r>
            <a:endParaRPr lang="zh-CN" altLang="en-US"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03200" y="5740400"/>
            <a:ext cx="11785600" cy="508000"/>
          </a:xfrm>
          <a:prstGeom prst="roundRect">
            <a:avLst/>
          </a:prstGeom>
          <a:solidFill>
            <a:srgbClr val="C0181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203200" y="5740400"/>
            <a:ext cx="11785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面向肿瘤精准防治重大需求，揭示核心机制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WPS 演示</Application>
  <PresentationFormat>宽屏</PresentationFormat>
  <Paragraphs>30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10625</dc:creator>
  <cp:lastModifiedBy>李聃0986</cp:lastModifiedBy>
  <cp:revision>157</cp:revision>
  <dcterms:created xsi:type="dcterms:W3CDTF">2019-06-19T02:08:00Z</dcterms:created>
  <dcterms:modified xsi:type="dcterms:W3CDTF">2026-10-29T05:50:25Z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CDC8B3C23E3F4AE99DFEB3E3D16E7B3F_11</vt:lpwstr>
  </property>
</Properties>
</file>