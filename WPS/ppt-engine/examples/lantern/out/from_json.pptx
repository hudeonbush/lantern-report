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A7A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000" y="1651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46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春日山野</a:t>
            </a:r>
            <a:r>
              <a:rPr lang="en-US" altLang="zh-CN" sz="46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46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徒步同行</a:t>
            </a:r>
            <a:endParaRPr lang="zh-CN" altLang="en-US" sz="46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28702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2100">
                <a:solidFill>
                  <a:srgbClr val="3A6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宁波金发新材料有限公司</a:t>
            </a:r>
            <a:r>
              <a:rPr lang="en-US" altLang="zh-CN" sz="2100">
                <a:solidFill>
                  <a:srgbClr val="3A6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00">
                <a:solidFill>
                  <a:srgbClr val="3A6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徒步团建活动策划案</a:t>
            </a:r>
            <a:endParaRPr lang="zh-CN" altLang="en-US" sz="2100">
              <a:solidFill>
                <a:srgbClr val="3A6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34544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全自动化引擎生成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一套成品</a:t>
            </a:r>
            <a:endParaRPr lang="zh-CN" altLang="en-US" sz="1350">
              <a:solidFill>
                <a:srgbClr val="7A94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活动时间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052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052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活动地点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484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484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参与人员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16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916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徒步里程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月中旬某周六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052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</a:rPr>
              <a:t>市郊生态绿道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484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</a:rPr>
              <a:t>部门全员及家属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916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公里环线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 descr="bar_gre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69000"/>
            <a:ext cx="12192000" cy="889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0" y="5969000"/>
            <a:ext cx="1219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本方案由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，一套成品</a:t>
            </a:r>
            <a:endParaRPr lang="zh-CN" altLang="en-US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活动概览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走进春天，与团队同行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1684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9800" y="13716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12954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活动主题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400" y="16510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春日山野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徒步同行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以自然徒步凝聚团队，释放工作压力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2000" y="24892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39800" y="26924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68400" y="26162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活动时间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68400" y="29718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月中旬某周六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08:00-17:00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（暂定，视天气调整）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38100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39800" y="40132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68400" y="39370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活动地点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68400" y="42926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市郊生态绿道（约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公里环线，难度适中，适合全家参与）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2000" y="51308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39800" y="53340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68400" y="52578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参与人员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68400" y="56134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部门全员及家属，预计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30-40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人，按报名分组出行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 descr="hike_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1727200"/>
            <a:ext cx="4826000" cy="27051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731000" y="49784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成品示例：</a:t>
            </a:r>
            <a:r>
              <a:rPr lang="en-US" altLang="zh-CN" sz="12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Lantern </a:t>
            </a:r>
            <a:r>
              <a:rPr lang="zh-CN" altLang="en-US" sz="12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生成的一页策划案</a:t>
            </a:r>
            <a:endParaRPr lang="zh-CN" altLang="en-US" sz="1200">
              <a:solidFill>
                <a:srgbClr val="7A94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行程安排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从清晨出发，到满载而归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219200" y="2362200"/>
            <a:ext cx="9753600" cy="635"/>
          </a:xfrm>
          <a:prstGeom prst="line">
            <a:avLst/>
          </a:prstGeom>
          <a:ln w="25400">
            <a:solidFill>
              <a:srgbClr val="7CBF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1016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16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02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02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588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88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7874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874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0160000" y="2133600"/>
            <a:ext cx="508000" cy="508000"/>
          </a:xfrm>
          <a:prstGeom prst="ellipse">
            <a:avLst/>
          </a:prstGeom>
          <a:solidFill>
            <a:srgbClr val="E270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160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1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07:30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57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09:00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43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09:30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29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12:00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715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E2701E"/>
                </a:solidFill>
                <a:latin typeface="微软雅黑" panose="020B0503020204020204" charset="-122"/>
                <a:ea typeface="微软雅黑" panose="020B0503020204020204" charset="-122"/>
              </a:rPr>
              <a:t>14:30</a:t>
            </a:r>
            <a:endParaRPr lang="en-US" altLang="en-US" sz="2000" b="1">
              <a:solidFill>
                <a:srgbClr val="E270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1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集合出发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57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抵达绿道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43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徒步登山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29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山顶路餐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15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E2701E"/>
                </a:solidFill>
                <a:latin typeface="微软雅黑" panose="020B0503020204020204" charset="-122"/>
                <a:ea typeface="微软雅黑" panose="020B0503020204020204" charset="-122"/>
              </a:rPr>
              <a:t>返程归队</a:t>
            </a:r>
            <a:endParaRPr lang="zh-CN" altLang="en-US" sz="1500" b="1">
              <a:solidFill>
                <a:srgbClr val="E270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1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公司门口集合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大巴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辆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857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起点合影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安全讲解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43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双线路可选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领队带队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29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餐包补给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稍作休整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715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清点人数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安全返回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 descr="bar_oran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461000"/>
            <a:ext cx="10668000" cy="5842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62000" y="5461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双线路设计老少皆宜</a:t>
            </a:r>
            <a:endParaRPr lang="zh-CN" altLang="en-US"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安全保障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安全是活动的底线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1684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9800" y="13716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12954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领队保障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400" y="16510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名主领队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+ 2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名随队，全程带队控速、前后照应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2000" y="23876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39800" y="25908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68400" y="2514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急救保障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68400" y="28702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随队急救包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套，应急药品、创伤处理用品齐全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36068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39800" y="38100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68400" y="37338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保险保障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68400" y="40894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全员户外意外险，出发前统一完成投保与名单核对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2000" y="48260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39800" y="50292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68400" y="4953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通讯保障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68400" y="53086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对讲机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台，紧急联络卡人手一份，每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分钟清点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604000" y="1270000"/>
            <a:ext cx="4826000" cy="431800"/>
          </a:xfrm>
          <a:prstGeom prst="rect">
            <a:avLst/>
          </a:prstGeom>
          <a:solidFill>
            <a:srgbClr val="2054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604000" y="1270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物资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779000" y="12700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数量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04000" y="1701800"/>
            <a:ext cx="4826000" cy="6604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6604000" y="17018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731000" y="17018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矿泉水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906000" y="17653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04000" y="2362200"/>
            <a:ext cx="4826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6604000" y="23622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731000" y="23622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急救包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06000" y="24257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04000" y="3022600"/>
            <a:ext cx="4826000" cy="6604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>
            <a:off x="6604000" y="30226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731000" y="30226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对讲机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06000" y="30861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04000" y="3683000"/>
            <a:ext cx="4826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6604000" y="36830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731000" y="3683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路餐包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906000" y="37465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604000" y="4343400"/>
            <a:ext cx="4826000" cy="6604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/>
        </p:nvCxnSpPr>
        <p:spPr>
          <a:xfrm>
            <a:off x="6604000" y="43434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731000" y="43434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应急药品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906000" y="44069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04000" y="5003800"/>
            <a:ext cx="4826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>
            <a:off x="6604000" y="50038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731000" y="50038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遮阳帽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906000" y="50673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6604000" y="56642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费用预算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公开透明，花在刀刃上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270000"/>
            <a:ext cx="10668000" cy="457200"/>
          </a:xfrm>
          <a:prstGeom prst="rect">
            <a:avLst/>
          </a:prstGeom>
          <a:solidFill>
            <a:srgbClr val="2054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2000" y="12700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0" y="12700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单价（元）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7000" y="12700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数量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2000" y="1270000"/>
            <a:ext cx="304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小计（元）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2000" y="1727200"/>
            <a:ext cx="106680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62000" y="17272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89000" y="17272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大巴包车（往返）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99000" y="1790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900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04000" y="1790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辆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09000" y="17907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1,800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2000" y="2286000"/>
            <a:ext cx="106680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762000" y="22860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889000" y="22860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户外意外保险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99000" y="23495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04000" y="23495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509000" y="23495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800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62000" y="2844800"/>
            <a:ext cx="106680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762000" y="28448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889000" y="28448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山顶路餐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99000" y="29083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04000" y="29083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509000" y="29083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1,000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62000" y="3403600"/>
            <a:ext cx="106680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762000" y="34036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89000" y="34036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急救物资与药品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99000" y="34671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300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04000" y="34671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509000" y="34671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300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2000" y="3962400"/>
            <a:ext cx="106680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762000" y="39624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889000" y="39624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横幅与活动道具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699000" y="40259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04000" y="40259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509000" y="40259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62000" y="4521200"/>
            <a:ext cx="106680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/>
        </p:nvCxnSpPr>
        <p:spPr>
          <a:xfrm>
            <a:off x="762000" y="45212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889000" y="45212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机动备用金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99000" y="4584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604000" y="4584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509000" y="45847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762000" y="50800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762000" y="5384800"/>
            <a:ext cx="10668000" cy="660400"/>
          </a:xfrm>
          <a:prstGeom prst="roundRect">
            <a:avLst/>
          </a:prstGeom>
          <a:solidFill>
            <a:srgbClr val="C0181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62000" y="53848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预算合计：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4,300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人均约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108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元（按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人计）</a:t>
            </a:r>
            <a:endParaRPr lang="zh-CN" altLang="en-US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组织与总结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分工明确，各司其职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206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2000" y="1206500"/>
            <a:ext cx="3175000" cy="1016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2000" y="1524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领队组</a:t>
            </a:r>
            <a:endParaRPr lang="zh-CN" altLang="en-US" sz="17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2500" y="20066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路线提前探勘，确认补给点与撤退路线；徒步中带队控速、前后照应，处理突发状况。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08500" y="1206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08500" y="1206500"/>
            <a:ext cx="3175000" cy="1016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08500" y="1524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后勤组</a:t>
            </a:r>
            <a:endParaRPr lang="zh-CN" altLang="en-US" sz="17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99000" y="20066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物资采买与分发、补给点搭建、车辆调度；负责路餐、饮用水与应急物资的到点保障。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55000" y="1206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255000" y="1206500"/>
            <a:ext cx="3175000" cy="1016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255000" y="1524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宣传组</a:t>
            </a:r>
            <a:endParaRPr lang="zh-CN" altLang="en-US" sz="17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45500" y="20066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全程摄影记录、横幅与物料准备；活动后整理影像与图文回顾，沉淀团队记忆。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图片 20" descr="bar_g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64000"/>
            <a:ext cx="10668000" cy="7366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62000" y="4064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一次徒步，一次凝聚</a:t>
            </a:r>
            <a:r>
              <a:rPr lang="en-US" alt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让团队在春天里走得更有力</a:t>
            </a:r>
            <a:endParaRPr lang="zh-CN" alt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2000" y="5207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本方案由</a:t>
            </a:r>
            <a:r>
              <a:rPr lang="en-US" altLang="zh-CN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全自动生成：内容以</a:t>
            </a:r>
            <a:r>
              <a:rPr lang="en-US" altLang="zh-CN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 </a:t>
            </a:r>
            <a:r>
              <a:rPr lang="zh-CN" altLang="en-US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描述，随时可调整时间、人数、预算后一键再生成。</a:t>
            </a:r>
            <a:endParaRPr lang="zh-CN" altLang="en-US" sz="1300">
              <a:solidFill>
                <a:srgbClr val="7A94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WPS 演示</Application>
  <PresentationFormat>宽屏</PresentationFormat>
  <Paragraphs>232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10625</dc:creator>
  <cp:lastModifiedBy>李聃0986</cp:lastModifiedBy>
  <cp:revision>157</cp:revision>
  <dcterms:created xsi:type="dcterms:W3CDTF">2019-06-19T02:08:00Z</dcterms:created>
  <dcterms:modified xsi:type="dcterms:W3CDTF">2026-10-29T08:00:36Z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D98F488E933C4438A30E1FFF3DB53293_11</vt:lpwstr>
  </property>
</Properties>
</file>